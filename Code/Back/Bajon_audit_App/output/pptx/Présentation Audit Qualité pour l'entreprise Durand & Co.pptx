
<file path=[Content_Types].xml><?xml version="1.0" encoding="utf-8"?>
<Types xmlns="http://schemas.openxmlformats.org/package/2006/content-types">
  <Default ContentType="application/vnd.openxmlformats-officedocument.oleObject" Extension="bin"/>
  <Default ContentType="image/jpeg" Extension="jpeg"/>
  <Default ContentType="image/png" Extension="png"/>
  <Default ContentType="application/vnd.openxmlformats-package.relationships+xml" Extension="rels"/>
  <Default ContentType="image/x-wmf" Extension="wmf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app.xml" Type="http://schemas.openxmlformats.org/officeDocument/2006/relationships/extended-properties"/><Relationship Id="rId3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ableStyles.xml" Type="http://schemas.openxmlformats.org/officeDocument/2006/relationships/tableStyles"/><Relationship Id="rId11" Target="viewProps.xml" Type="http://schemas.openxmlformats.org/officeDocument/2006/relationships/viewProps"/><Relationship Id="rId2" Target="theme/theme1.xml" Type="http://schemas.openxmlformats.org/officeDocument/2006/relationships/theme"/><Relationship Id="rId3" Target="theme/theme2.xml" Type="http://schemas.openxmlformats.org/officeDocument/2006/relationships/theme"/><Relationship Id="rId4" Target="slides/slide1.xml" Type="http://schemas.openxmlformats.org/officeDocument/2006/relationships/slide"/><Relationship Id="rId5" Target="slides/slide2.xml" Type="http://schemas.openxmlformats.org/officeDocument/2006/relationships/slide"/><Relationship Id="rId6" Target="slides/slide3.xml" Type="http://schemas.openxmlformats.org/officeDocument/2006/relationships/slide"/><Relationship Id="rId7" Target="slides/slide4.xml" Type="http://schemas.openxmlformats.org/officeDocument/2006/relationships/slide"/><Relationship Id="rId8" Target="notesMasters/notesMaster1.xml" Type="http://schemas.openxmlformats.org/officeDocument/2006/relationships/notesMaster"/><Relationship Id="rId9" Target="presProps.xml" Type="http://schemas.openxmlformats.org/officeDocument/2006/relationships/presProps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51491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289104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9587113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2326331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0115542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2647200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5781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8044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34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AFDF30-F83E-6761-ADED-7EEC8E0259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03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10454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371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0229A-4D09-EE2F-2885-FB5853EF3F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743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324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030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A7E60B-9510-0D16-96B6-35DC6458E7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5404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8084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8538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AA833F-6C6E-BBCD-2B6A-3C7DB9BF3A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41960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372613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002968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073335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05402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1485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81725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88959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455978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08084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9515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440535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018855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056455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84893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666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986454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180260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99563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886247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068682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8110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77547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085706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46755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800749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312991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0230642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521656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3505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096490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8172082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677015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50296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47855934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960856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0494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5411448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8206840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01083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36869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91893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902394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2161006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77245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6563876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911230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06154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352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6859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9466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0953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98869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33897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0721574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187501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082344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9993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39526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3059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507739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9371583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974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slide1.xml><?xml version="1.0" encoding="utf-8"?>
<p:sld xmlns:a="http://schemas.openxmlformats.org/drawingml/2006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 xmlns:w="http://schemas.openxmlformats.org/wordprocessingml/2006/main" show="1" showMasterPhAnim="0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649721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4"/>
            <a:ext cx="7772400" cy="1470024"/>
          </a:xfrm>
        </p:spPr>
        <p:txBody>
          <a:bodyPr/>
          <a:lstStyle/>
          <a:p>
            <a:pPr>
              <a:defRPr/>
            </a:pPr>
            <a:r>
              <a:rPr lang="en-US"/>
              <a:t>Présentation Audit Qualité pour l'entreprise Durand &amp; Co</a:t>
            </a:r>
            <a:endParaRPr lang="fr-FR"/>
          </a:p>
        </p:txBody>
      </p:sp>
      <p:sp>
        <p:nvSpPr>
          <p:cNvPr id="658490937" name="Subtitle 2"/>
          <p:cNvSpPr>
            <a:spLocks noGrp="1"/>
          </p:cNvSpPr>
          <p:nvPr>
            <p:ph idx="1" type="subTitle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Bajon Consulting</a:t>
            </a:r>
            <a:endParaRPr lang="fr-FR"/>
          </a:p>
        </p:txBody>
      </p:sp>
    </p:spTree>
  </p:cSld>
  <p:clrMapOvr>
    <a:masterClrMapping/>
  </p:clrMapOvr>
  <mc:AlternateContent>
    <mc:Choice xmlns:p14="http://schemas.microsoft.com/office/powerpoint/2010/main" xmlns:p159="http://schemas.microsoft.com/office/powerpoint/2015/09/main" Requires="p159">
      <p:transition advClick="1" p14:dur="2000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 xmlns:w="http://schemas.openxmlformats.org/wordprocessingml/2006/main" show="1" showMasterPhAnim="0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6301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Graphe</a:t>
            </a:r>
            <a:endParaRPr/>
          </a:p>
        </p:txBody>
      </p:sp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3810000" cy="2540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4064000"/>
            <a:ext cx="3810000" cy="2540000"/>
          </a:xfrm>
          <a:prstGeom prst="rect">
            <a:avLst/>
          </a:prstGeom>
        </p:spPr>
      </p:pic>
    </p:spTree>
  </p:cSld>
  <p:clrMapOvr>
    <a:masterClrMapping/>
  </p:clrMapOvr>
  <mc:AlternateContent>
    <mc:Choice xmlns:p14="http://schemas.microsoft.com/office/powerpoint/2010/main" xmlns:p159="http://schemas.microsoft.com/office/powerpoint/2015/09/main" Requires="p159">
      <p:transition advClick="1" p14:dur="2000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 xmlns:w="http://schemas.openxmlformats.org/wordprocessingml/2006/main" show="1" showMasterPhAnim="0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6167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Graphe</a:t>
            </a:r>
            <a:endParaRPr/>
          </a:p>
        </p:txBody>
      </p:sp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3810000" cy="2540000"/>
          </a:xfrm>
          <a:prstGeom prst="rect">
            <a:avLst/>
          </a:prstGeom>
        </p:spPr>
      </p:pic>
    </p:spTree>
  </p:cSld>
  <p:clrMapOvr>
    <a:masterClrMapping/>
  </p:clrMapOvr>
  <mc:AlternateContent>
    <mc:Choice xmlns:p14="http://schemas.microsoft.com/office/powerpoint/2010/main" xmlns:p159="http://schemas.microsoft.com/office/powerpoint/2015/09/main" Requires="p159">
      <p:transition advClick="1" p14:dur="2000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 xmlns:w="http://schemas.openxmlformats.org/wordprocessingml/2006/main" show="1" showMasterPhAnim="0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434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Conseil </a:t>
            </a:r>
            <a:endParaRPr/>
          </a:p>
        </p:txBody>
      </p:sp>
      <p:sp>
        <p:nvSpPr>
          <p:cNvPr id="107423148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indent="0" marL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>
    <mc:Choice xmlns:p14="http://schemas.microsoft.com/office/powerpoint/2010/main" xmlns:p159="http://schemas.microsoft.com/office/powerpoint/2015/09/main" Requires="p159">
      <p:transition advClick="1" p14:dur="2000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2026-01-25T10:26:33Z</dcterms:modified>
  <cp:revision>11</cp:revision>
</cp:coreProperties>
</file>