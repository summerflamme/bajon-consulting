
<file path=[Content_Types].xml><?xml version="1.0" encoding="utf-8"?>
<Types xmlns="http://schemas.openxmlformats.org/package/2006/content-types">
  <Default ContentType="application/vnd.openxmlformats-officedocument.oleObject" Extension="bin"/>
  <Default ContentType="image/jpeg" Extension="jpeg"/>
  <Default ContentType="image/png" Extension="png"/>
  <Default ContentType="application/vnd.openxmlformats-package.relationships+xml" Extension="rels"/>
  <Default ContentType="image/x-wmf" Extension="wmf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app.xml" Type="http://schemas.openxmlformats.org/officeDocument/2006/relationships/extended-properties"/><Relationship Id="rId3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9144000" cy="6858000" type="screen4x3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tableStyles.xml" Type="http://schemas.openxmlformats.org/officeDocument/2006/relationships/tableStyles"/><Relationship Id="rId11" Target="viewProps.xml" Type="http://schemas.openxmlformats.org/officeDocument/2006/relationships/viewProps"/><Relationship Id="rId2" Target="theme/theme1.xml" Type="http://schemas.openxmlformats.org/officeDocument/2006/relationships/theme"/><Relationship Id="rId3" Target="theme/theme2.xml" Type="http://schemas.openxmlformats.org/officeDocument/2006/relationships/theme"/><Relationship Id="rId4" Target="slides/slide1.xml" Type="http://schemas.openxmlformats.org/officeDocument/2006/relationships/slide"/><Relationship Id="rId5" Target="slides/slide2.xml" Type="http://schemas.openxmlformats.org/officeDocument/2006/relationships/slide"/><Relationship Id="rId6" Target="slides/slide3.xml" Type="http://schemas.openxmlformats.org/officeDocument/2006/relationships/slide"/><Relationship Id="rId7" Target="slides/slide4.xml" Type="http://schemas.openxmlformats.org/officeDocument/2006/relationships/slide"/><Relationship Id="rId8" Target="notesMasters/notesMaster1.xml" Type="http://schemas.openxmlformats.org/officeDocument/2006/relationships/notesMaster"/><Relationship Id="rId9" Target="presProps.xml" Type="http://schemas.openxmlformats.org/officeDocument/2006/relationships/presProps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85971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26343348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8219329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85610846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29693611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60588604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7506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71387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1664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AFDF30-F83E-6761-ADED-7EEC8E0259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1650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15704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9319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90229A-4D09-EE2F-2885-FB5853EF3FE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8994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22753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2820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A7E60B-9510-0D16-96B6-35DC6458E7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6418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47862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3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AA833F-6C6E-BBCD-2B6A-3C7DB9BF3A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126150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321634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4007728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6290987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33086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19414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40868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91243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6219836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27947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149559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341942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88113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244286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695207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1254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3266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003176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647996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99601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188380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0410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77780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235132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732262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904468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001760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083329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427260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55354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291862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44047045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921412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24103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07741553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934794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15898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2195879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421089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134361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4621797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40962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339712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155224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94051729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266375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0962479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668823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6091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2502382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62389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324059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38876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797774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539486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718747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063423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98811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287813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736284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713796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6559978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9232293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slide1.xml><?xml version="1.0" encoding="utf-8"?>
<p:sld xmlns:a="http://schemas.openxmlformats.org/drawingml/2006/main" xmlns:m="http://schemas.openxmlformats.org/officeDocument/2006/math" xmlns:mc="http://schemas.openxmlformats.org/markup-compatibility/2006" xmlns:p="http://schemas.openxmlformats.org/presentationml/2006/main" xmlns:r="http://schemas.openxmlformats.org/officeDocument/2006/relationships" xmlns:w="http://schemas.openxmlformats.org/wordprocessingml/2006/main" show="1" showMasterPhAnim="0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814569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4"/>
            <a:ext cx="7772400" cy="1470024"/>
          </a:xfrm>
        </p:spPr>
        <p:txBody>
          <a:bodyPr/>
          <a:lstStyle/>
          <a:p>
            <a:pPr>
              <a:defRPr/>
            </a:pPr>
            <a:r>
              <a:rPr lang="en-US"/>
              <a:t>Présentation Audit Sécurité pour l'entreprise Dupont SARL</a:t>
            </a:r>
            <a:endParaRPr lang="fr-FR"/>
          </a:p>
        </p:txBody>
      </p:sp>
      <p:sp>
        <p:nvSpPr>
          <p:cNvPr id="258262699" name="Subtitle 2"/>
          <p:cNvSpPr>
            <a:spLocks noGrp="1"/>
          </p:cNvSpPr>
          <p:nvPr>
            <p:ph idx="1" type="subTitle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Bajon Consulting</a:t>
            </a:r>
            <a:endParaRPr lang="fr-FR"/>
          </a:p>
        </p:txBody>
      </p:sp>
    </p:spTree>
  </p:cSld>
  <p:clrMapOvr>
    <a:masterClrMapping/>
  </p:clrMapOvr>
  <mc:AlternateContent>
    <mc:Choice xmlns:p14="http://schemas.microsoft.com/office/powerpoint/2010/main" xmlns:p159="http://schemas.microsoft.com/office/powerpoint/2015/09/main" Requires="p159">
      <p:transition advClick="1" p14:dur="2000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m="http://schemas.openxmlformats.org/officeDocument/2006/math" xmlns:mc="http://schemas.openxmlformats.org/markup-compatibility/2006" xmlns:p="http://schemas.openxmlformats.org/presentationml/2006/main" xmlns:r="http://schemas.openxmlformats.org/officeDocument/2006/relationships" xmlns:w="http://schemas.openxmlformats.org/wordprocessingml/2006/main" show="1" showMasterPhAnim="0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3681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Graphe</a:t>
            </a:r>
            <a:endParaRPr/>
          </a:p>
        </p:txBody>
      </p:sp>
      <p:pic>
        <p:nvPicPr>
          <p:cNvPr name="Picture 2" id="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3810000" cy="2540000"/>
          </a:xfrm>
          <a:prstGeom prst="rect">
            <a:avLst/>
          </a:prstGeom>
        </p:spPr>
      </p:pic>
    </p:spTree>
  </p:cSld>
  <p:clrMapOvr>
    <a:masterClrMapping/>
  </p:clrMapOvr>
  <mc:AlternateContent>
    <mc:Choice xmlns:p14="http://schemas.microsoft.com/office/powerpoint/2010/main" xmlns:p159="http://schemas.microsoft.com/office/powerpoint/2015/09/main" Requires="p159">
      <p:transition advClick="1" p14:dur="2000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m="http://schemas.openxmlformats.org/officeDocument/2006/math" xmlns:mc="http://schemas.openxmlformats.org/markup-compatibility/2006" xmlns:p="http://schemas.openxmlformats.org/presentationml/2006/main" xmlns:r="http://schemas.openxmlformats.org/officeDocument/2006/relationships" xmlns:w="http://schemas.openxmlformats.org/wordprocessingml/2006/main" show="1" showMasterPhAnim="0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4702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Graphe</a:t>
            </a:r>
            <a:endParaRPr/>
          </a:p>
        </p:txBody>
      </p:sp>
      <p:sp>
        <p:nvSpPr>
          <p:cNvPr id="409065770" name="Content Placeholder 2"/>
          <p:cNvSpPr>
            <a:spLocks noGrp="1"/>
          </p:cNvSpPr>
          <p:nvPr>
            <p:ph idx="1"/>
          </p:nvPr>
        </p:nvSpPr>
        <p:spPr bwMode="auto"/>
        <p:txBody>
          <a:bodyPr anchor="t" anchorCtr="0" bIns="45720" compatLnSpc="0" forceAA="0" fromWordArt="0" horzOverflow="overflow" lIns="91440" numCol="1" rIns="91440" rtlCol="0" spcCol="0" tIns="45720" upright="0" vert="horz" vertOverflow="overflow" wrap="square">
            <a:normAutofit/>
          </a:bodyPr>
          <a:lstStyle/>
          <a:p>
            <a:pPr indent="0" marL="0">
              <a:buFont typeface="Arial"/>
              <a:buNone/>
              <a:defRPr/>
            </a:pPr>
            <a:r>
              <a:rPr lang="fr-FR"/>
              <a:t>{{IMAGE2}}</a:t>
            </a:r>
            <a:endParaRPr lang="fr-FR"/>
          </a:p>
          <a:p>
            <a:pPr indent="0" marL="0">
              <a:buFont typeface="Arial"/>
              <a:buNone/>
              <a:defRPr/>
            </a:pPr>
            <a:endParaRPr lang="fr-FR"/>
          </a:p>
          <a:p>
            <a:pPr indent="0" marL="0">
              <a:buFont typeface="Arial"/>
              <a:buNone/>
              <a:defRPr/>
            </a:pPr>
            <a:endParaRPr lang="fr-FR"/>
          </a:p>
          <a:p>
            <a:pPr indent="0" marL="0">
              <a:buFont typeface="Arial"/>
              <a:buNone/>
              <a:defRPr/>
            </a:pPr>
            <a:endParaRPr lang="fr-FR"/>
          </a:p>
          <a:p>
            <a:pPr indent="0" marL="0">
              <a:buFont typeface="Arial"/>
              <a:buNone/>
              <a:defRPr/>
            </a:pPr>
            <a:r>
              <a:rPr b="0" cap="none" i="0" lang="fr-FR" spc="0" strike="noStrike" sz="3200" u="none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{{IMAGE3}}</a:t>
            </a:r>
            <a:endParaRPr sz="3200"/>
          </a:p>
          <a:p>
            <a:pPr indent="0" marL="0">
              <a:buFont typeface="Arial"/>
              <a:buNone/>
              <a:defRPr/>
            </a:pPr>
            <a:endParaRPr lang="fr-FR"/>
          </a:p>
          <a:p>
            <a:pPr indent="0" marL="0">
              <a:buFont typeface="Arial"/>
              <a:buNone/>
              <a:defRPr/>
            </a:pPr>
            <a:endParaRPr lang="fr-FR"/>
          </a:p>
          <a:p>
            <a:pPr indent="0" marL="0">
              <a:buFont typeface="Arial"/>
              <a:buNone/>
              <a:defRPr/>
            </a:pPr>
            <a:endParaRPr lang="fr-FR"/>
          </a:p>
        </p:txBody>
      </p:sp>
      <p:pic>
        <p:nvPicPr>
          <p:cNvPr name="Picture 2" id="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4064000"/>
            <a:ext cx="3810000" cy="25400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4064000"/>
            <a:ext cx="3810000" cy="2540000"/>
          </a:xfrm>
          <a:prstGeom prst="rect">
            <a:avLst/>
          </a:prstGeom>
        </p:spPr>
      </p:pic>
    </p:spTree>
  </p:cSld>
  <p:clrMapOvr>
    <a:masterClrMapping/>
  </p:clrMapOvr>
  <mc:AlternateContent>
    <mc:Choice xmlns:p14="http://schemas.microsoft.com/office/powerpoint/2010/main" xmlns:p159="http://schemas.microsoft.com/office/powerpoint/2015/09/main" Requires="p159">
      <p:transition advClick="1" p14:dur="2000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m="http://schemas.openxmlformats.org/officeDocument/2006/math" xmlns:mc="http://schemas.openxmlformats.org/markup-compatibility/2006" xmlns:p="http://schemas.openxmlformats.org/presentationml/2006/main" xmlns:r="http://schemas.openxmlformats.org/officeDocument/2006/relationships" xmlns:w="http://schemas.openxmlformats.org/wordprocessingml/2006/main" show="1" showMasterPhAnim="0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16301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Conseil </a:t>
            </a:r>
            <a:endParaRPr/>
          </a:p>
        </p:txBody>
      </p:sp>
      <p:sp>
        <p:nvSpPr>
          <p:cNvPr id="185358710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indent="0" marL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>
    <mc:Choice xmlns:p14="http://schemas.microsoft.com/office/powerpoint/2010/main" xmlns:p159="http://schemas.microsoft.com/office/powerpoint/2015/09/main" Requires="p159">
      <p:transition advClick="1" p14:dur="2000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ONLYOFFICE/9.1.0.173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2026-01-23T09:54:49Z</dcterms:modified>
  <cp:revision>9</cp:revision>
</cp:coreProperties>
</file>