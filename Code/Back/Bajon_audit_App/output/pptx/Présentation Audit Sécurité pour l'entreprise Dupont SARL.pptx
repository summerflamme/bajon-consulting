
<file path=[Content_Types].xml><?xml version="1.0" encoding="utf-8"?>
<Types xmlns="http://schemas.openxmlformats.org/package/2006/content-types">
  <Default ContentType="application/vnd.openxmlformats-officedocument.oleObject" Extension="bin"/>
  <Default ContentType="image/jpeg" Extension="jpeg"/>
  <Default ContentType="image/png" Extension="png"/>
  <Default ContentType="application/vnd.openxmlformats-package.relationships+xml" Extension="rels"/>
  <Default ContentType="image/x-wmf" Extension="wmf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app.xml" Type="http://schemas.openxmlformats.org/officeDocument/2006/relationships/extended-properties"/><Relationship Id="rId3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8"/>
  </p:notesMasterIdLst>
  <p:sldIdLst>
    <p:sldId id="256" r:id="rId4"/>
    <p:sldId id="257" r:id="rId5"/>
    <p:sldId id="258" r:id="rId6"/>
    <p:sldId id="259" r:id="rId7"/>
  </p:sldIdLst>
  <p:sldSz cx="9144000" cy="6858000" type="screen4x3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tableStyles.xml" Type="http://schemas.openxmlformats.org/officeDocument/2006/relationships/tableStyles"/><Relationship Id="rId11" Target="viewProps.xml" Type="http://schemas.openxmlformats.org/officeDocument/2006/relationships/viewProps"/><Relationship Id="rId2" Target="theme/theme1.xml" Type="http://schemas.openxmlformats.org/officeDocument/2006/relationships/theme"/><Relationship Id="rId3" Target="theme/theme2.xml" Type="http://schemas.openxmlformats.org/officeDocument/2006/relationships/theme"/><Relationship Id="rId4" Target="slides/slide1.xml" Type="http://schemas.openxmlformats.org/officeDocument/2006/relationships/slide"/><Relationship Id="rId5" Target="slides/slide2.xml" Type="http://schemas.openxmlformats.org/officeDocument/2006/relationships/slide"/><Relationship Id="rId6" Target="slides/slide3.xml" Type="http://schemas.openxmlformats.org/officeDocument/2006/relationships/slide"/><Relationship Id="rId7" Target="slides/slide4.xml" Type="http://schemas.openxmlformats.org/officeDocument/2006/relationships/slide"/><Relationship Id="rId8" Target="notesMasters/notesMaster1.xml" Type="http://schemas.openxmlformats.org/officeDocument/2006/relationships/notesMaster"/><Relationship Id="rId9" Target="presProps.xml" Type="http://schemas.openxmlformats.org/officeDocument/2006/relationships/presProps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85971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2634334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8219329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85610846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29693611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6058860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47506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71387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81664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AFDF30-F83E-6761-ADED-7EEC8E02599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16507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15704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29319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90229A-4D09-EE2F-2885-FB5853EF3F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98994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022753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22820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A7E60B-9510-0D16-96B6-35DC6458E7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16418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47862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630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AA833F-6C6E-BBCD-2B6A-3C7DB9BF3A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8126150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32163474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40077280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62909877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533086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19414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2408680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3912432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6219836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6279478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1495593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3419420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9881130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2442864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6952073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61254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9326638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0003176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6479964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5996012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5188380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004106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7777809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2351327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8732262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904468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40017608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1083329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7427260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553540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02918624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44047045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4921412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724103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07741553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99347947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1515898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62195879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4210898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1343617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46217978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940962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339712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15522477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94051729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6266375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0962479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668823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060917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2502382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7623893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3240597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9388765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7977741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2539486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7187477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0634236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7988113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287813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7362842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2713796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65599782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92322935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slide1.xml><?xml version="1.0" encoding="utf-8"?>
<p:sld xmlns:a="http://schemas.openxmlformats.org/drawingml/2006/main" xmlns:m="http://schemas.openxmlformats.org/officeDocument/2006/math" xmlns:mc="http://schemas.openxmlformats.org/markup-compatibility/2006" xmlns:p="http://schemas.openxmlformats.org/presentationml/2006/main" xmlns:r="http://schemas.openxmlformats.org/officeDocument/2006/relationships" xmlns:w="http://schemas.openxmlformats.org/wordprocessingml/2006/main" show="1" showMasterPhAnim="0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8814569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4"/>
            <a:ext cx="7772400" cy="1470024"/>
          </a:xfrm>
        </p:spPr>
        <p:txBody>
          <a:bodyPr/>
          <a:lstStyle/>
          <a:p>
            <a:pPr>
              <a:defRPr/>
            </a:pPr>
            <a:r>
              <a:rPr lang="en-US"/>
              <a:t>Présentation Audit Sécurité pour l'entreprise Dupont SARL</a:t>
            </a:r>
            <a:endParaRPr lang="fr-FR"/>
          </a:p>
        </p:txBody>
      </p:sp>
      <p:sp>
        <p:nvSpPr>
          <p:cNvPr id="258262699" name="Subtitle 2"/>
          <p:cNvSpPr>
            <a:spLocks noGrp="1"/>
          </p:cNvSpPr>
          <p:nvPr>
            <p:ph idx="1" type="subTitle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Bajon Consulting</a:t>
            </a:r>
            <a:endParaRPr lang="fr-FR"/>
          </a:p>
        </p:txBody>
      </p:sp>
    </p:spTree>
  </p:cSld>
  <p:clrMapOvr>
    <a:masterClrMapping/>
  </p:clrMapOvr>
  <mc:AlternateContent>
    <mc:Choice xmlns:p14="http://schemas.microsoft.com/office/powerpoint/2010/main" xmlns:p159="http://schemas.microsoft.com/office/powerpoint/2015/09/main" Requires="p159">
      <p:transition advClick="1" p14:dur="2000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m="http://schemas.openxmlformats.org/officeDocument/2006/math" xmlns:mc="http://schemas.openxmlformats.org/markup-compatibility/2006" xmlns:p="http://schemas.openxmlformats.org/presentationml/2006/main" xmlns:r="http://schemas.openxmlformats.org/officeDocument/2006/relationships" xmlns:w="http://schemas.openxmlformats.org/wordprocessingml/2006/main" show="1" showMasterPhAnim="0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336819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Graphe</a:t>
            </a:r>
            <a:endParaRPr/>
          </a:p>
        </p:txBody>
      </p:sp>
      <p:pic>
        <p:nvPicPr>
          <p:cNvPr name="Picture 2" id="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270000"/>
            <a:ext cx="3810000" cy="2540000"/>
          </a:xfrm>
          <a:prstGeom prst="rect">
            <a:avLst/>
          </a:prstGeom>
        </p:spPr>
      </p:pic>
    </p:spTree>
  </p:cSld>
  <p:clrMapOvr>
    <a:masterClrMapping/>
  </p:clrMapOvr>
  <mc:AlternateContent>
    <mc:Choice xmlns:p14="http://schemas.microsoft.com/office/powerpoint/2010/main" xmlns:p159="http://schemas.microsoft.com/office/powerpoint/2015/09/main" Requires="p159">
      <p:transition advClick="1" p14:dur="2000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m="http://schemas.openxmlformats.org/officeDocument/2006/math" xmlns:mc="http://schemas.openxmlformats.org/markup-compatibility/2006" xmlns:p="http://schemas.openxmlformats.org/presentationml/2006/main" xmlns:r="http://schemas.openxmlformats.org/officeDocument/2006/relationships" xmlns:w="http://schemas.openxmlformats.org/wordprocessingml/2006/main" show="1" showMasterPhAnim="0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147021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Graphe</a:t>
            </a:r>
            <a:endParaRPr/>
          </a:p>
        </p:txBody>
      </p:sp>
      <p:sp>
        <p:nvSpPr>
          <p:cNvPr id="409065770" name="Content Placeholder 2"/>
          <p:cNvSpPr>
            <a:spLocks noGrp="1"/>
          </p:cNvSpPr>
          <p:nvPr>
            <p:ph idx="1"/>
          </p:nvPr>
        </p:nvSpPr>
        <p:spPr bwMode="auto"/>
        <p:txBody>
          <a:bodyPr anchor="t" anchorCtr="0" bIns="45720" compatLnSpc="0" forceAA="0" fromWordArt="0" horzOverflow="overflow" lIns="91440" numCol="1" rIns="91440" rtlCol="0" spcCol="0" tIns="45720" upright="0" vert="horz" vertOverflow="overflow" wrap="square">
            <a:normAutofit/>
          </a:bodyPr>
          <a:lstStyle/>
          <a:p>
            <a:pPr indent="0" marL="0">
              <a:buFont typeface="Arial"/>
              <a:buNone/>
              <a:defRPr/>
            </a:pPr>
            <a:r>
              <a:rPr lang="fr-FR"/>
              <a:t>{{IMAGE2}}</a:t>
            </a:r>
            <a:endParaRPr lang="fr-FR"/>
          </a:p>
          <a:p>
            <a:pPr indent="0" marL="0">
              <a:buFont typeface="Arial"/>
              <a:buNone/>
              <a:defRPr/>
            </a:pPr>
            <a:endParaRPr lang="fr-FR"/>
          </a:p>
          <a:p>
            <a:pPr indent="0" marL="0">
              <a:buFont typeface="Arial"/>
              <a:buNone/>
              <a:defRPr/>
            </a:pPr>
            <a:endParaRPr lang="fr-FR"/>
          </a:p>
          <a:p>
            <a:pPr indent="0" marL="0">
              <a:buFont typeface="Arial"/>
              <a:buNone/>
              <a:defRPr/>
            </a:pPr>
            <a:endParaRPr lang="fr-FR"/>
          </a:p>
          <a:p>
            <a:pPr indent="0" marL="0">
              <a:buFont typeface="Arial"/>
              <a:buNone/>
              <a:defRPr/>
            </a:pPr>
            <a:r>
              <a:rPr b="0" cap="none" i="0" lang="fr-FR" spc="0" strike="noStrike" sz="3200" u="none">
                <a:solidFill>
                  <a:schemeClr val="tx1"/>
                </a:solidFill>
                <a:latin typeface="+mn-lt"/>
                <a:ea typeface="+mn-ea"/>
                <a:cs typeface="+mn-cs"/>
              </a:rPr>
              <a:t>{{IMAGE3}}</a:t>
            </a:r>
            <a:endParaRPr sz="3200"/>
          </a:p>
          <a:p>
            <a:pPr indent="0" marL="0">
              <a:buFont typeface="Arial"/>
              <a:buNone/>
              <a:defRPr/>
            </a:pPr>
            <a:endParaRPr lang="fr-FR"/>
          </a:p>
          <a:p>
            <a:pPr indent="0" marL="0">
              <a:buFont typeface="Arial"/>
              <a:buNone/>
              <a:defRPr/>
            </a:pPr>
            <a:endParaRPr lang="fr-FR"/>
          </a:p>
          <a:p>
            <a:pPr indent="0" marL="0">
              <a:buFont typeface="Arial"/>
              <a:buNone/>
              <a:defRPr/>
            </a:pPr>
            <a:endParaRPr lang="fr-FR"/>
          </a:p>
        </p:txBody>
      </p:sp>
      <p:pic>
        <p:nvPicPr>
          <p:cNvPr name="Picture 2" id="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4064000"/>
            <a:ext cx="3810000" cy="2540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000" y="4064000"/>
            <a:ext cx="3810000" cy="2540000"/>
          </a:xfrm>
          <a:prstGeom prst="rect">
            <a:avLst/>
          </a:prstGeom>
        </p:spPr>
      </p:pic>
    </p:spTree>
  </p:cSld>
  <p:clrMapOvr>
    <a:masterClrMapping/>
  </p:clrMapOvr>
  <mc:AlternateContent>
    <mc:Choice xmlns:p14="http://schemas.microsoft.com/office/powerpoint/2010/main" xmlns:p159="http://schemas.microsoft.com/office/powerpoint/2015/09/main" Requires="p159">
      <p:transition advClick="1" p14:dur="2000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m="http://schemas.openxmlformats.org/officeDocument/2006/math" xmlns:mc="http://schemas.openxmlformats.org/markup-compatibility/2006" xmlns:p="http://schemas.openxmlformats.org/presentationml/2006/main" xmlns:r="http://schemas.openxmlformats.org/officeDocument/2006/relationships" xmlns:w="http://schemas.openxmlformats.org/wordprocessingml/2006/main" show="1" showMasterPhAnim="0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163019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Conseil </a:t>
            </a:r>
            <a:endParaRPr/>
          </a:p>
        </p:txBody>
      </p:sp>
      <p:sp>
        <p:nvSpPr>
          <p:cNvPr id="185358710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indent="0" marL="0">
              <a:buFont typeface="Arial"/>
              <a:buNone/>
              <a:defRPr/>
            </a:pPr>
            <a:endParaRPr/>
          </a:p>
        </p:txBody>
      </p:sp>
    </p:spTree>
  </p:cSld>
  <p:clrMapOvr>
    <a:masterClrMapping/>
  </p:clrMapOvr>
  <mc:AlternateContent>
    <mc:Choice xmlns:p14="http://schemas.microsoft.com/office/powerpoint/2010/main" xmlns:p159="http://schemas.microsoft.com/office/powerpoint/2015/09/main" Requires="p159">
      <p:transition advClick="1" p14:dur="2000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ONLYOFFICE/9.1.0.173</Application>
  <PresentationFormat>On-screen Show (4:3)</PresentationFormat>
  <Paragraphs>0</Paragraphs>
  <Slides>4</Slides>
  <Notes>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Theme 1</vt:lpstr>
      <vt:lpstr>Slide 1</vt:lpstr>
      <vt:lpstr>Slide 2</vt:lpstr>
      <vt:lpstr>Slide 3</vt:lpstr>
      <vt:lpstr>Slide 4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2026-01-23T09:54:49Z</dcterms:modified>
  <cp:revision>9</cp:revision>
</cp:coreProperties>
</file>