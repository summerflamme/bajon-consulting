
<file path=[Content_Types].xml><?xml version="1.0" encoding="utf-8"?>
<Types xmlns="http://schemas.openxmlformats.org/package/2006/content-types">
  <Default ContentType="application/vnd.openxmlformats-officedocument.oleObject" Extension="bin"/>
  <Default ContentType="image/jpeg" Extension="jpeg"/>
  <Default ContentType="image/png" Extension="png"/>
  <Default ContentType="application/vnd.openxmlformats-package.relationships+xml" Extension="rels"/>
  <Default ContentType="image/x-wmf" Extension="wmf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app.xml" Type="http://schemas.openxmlformats.org/officeDocument/2006/relationships/extended-properties"/><Relationship Id="rId3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viewProps.xml" Type="http://schemas.openxmlformats.org/officeDocument/2006/relationships/viewProps"/><Relationship Id="rId2" Target="theme/theme1.xml" Type="http://schemas.openxmlformats.org/officeDocument/2006/relationships/theme"/><Relationship Id="rId3" Target="theme/theme2.xml" Type="http://schemas.openxmlformats.org/officeDocument/2006/relationships/theme"/><Relationship Id="rId4" Target="slides/slide1.xml" Type="http://schemas.openxmlformats.org/officeDocument/2006/relationships/slide"/><Relationship Id="rId5" Target="slides/slide2.xml" Type="http://schemas.openxmlformats.org/officeDocument/2006/relationships/slide"/><Relationship Id="rId6" Target="slides/slide3.xml" Type="http://schemas.openxmlformats.org/officeDocument/2006/relationships/slide"/><Relationship Id="rId7" Target="slides/slide4.xml" Type="http://schemas.openxmlformats.org/officeDocument/2006/relationships/slide"/><Relationship Id="rId8" Target="notesMasters/notesMaster1.xml" Type="http://schemas.openxmlformats.org/officeDocument/2006/relationships/notesMaster"/><Relationship Id="rId9" Target="presProps.xml" Type="http://schemas.openxmlformats.org/officeDocument/2006/relationships/presProps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51491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289104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58711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326331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011554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64720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578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8044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FDF30-F83E-6761-ADED-7EEC8E0259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0454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7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0229A-4D09-EE2F-2885-FB5853EF3F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743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324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030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A7E60B-9510-0D16-96B6-35DC6458E7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540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8084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853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A833F-6C6E-BBCD-2B6A-3C7DB9BF3A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41960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372613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002968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073335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05402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148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81725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88959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455978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08084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9515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44053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18855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056455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4893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666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98645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8026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99563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886247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06868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8110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77547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085706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46755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800749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12991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230642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21656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3505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096490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172082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67701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50296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785593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960856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0494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541144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20684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1083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36869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91893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90239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161006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77245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56387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911230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06154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35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6859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9466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0953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88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33897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721574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87501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82344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9993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39526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3059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507739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9371583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97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slide1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64972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en-US"/>
              <a:t>Présentation Audit Financier pour l'entreprise Martin SAS</a:t>
            </a:r>
            <a:endParaRPr lang="fr-FR"/>
          </a:p>
        </p:txBody>
      </p:sp>
      <p:sp>
        <p:nvSpPr>
          <p:cNvPr id="658490937" name="Subtitle 2"/>
          <p:cNvSpPr>
            <a:spLocks noGrp="1"/>
          </p:cNvSpPr>
          <p:nvPr>
            <p:ph idx="1" type="subTitle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Bajon Consulting</a:t>
            </a:r>
            <a:endParaRPr lang="fr-FR"/>
          </a:p>
        </p:txBody>
      </p:sp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6301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Graphe</a:t>
            </a:r>
            <a:endParaRPr/>
          </a:p>
        </p:txBody>
      </p:sp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3810000" cy="254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4064000"/>
            <a:ext cx="3810000" cy="2540000"/>
          </a:xfrm>
          <a:prstGeom prst="rect">
            <a:avLst/>
          </a:prstGeom>
        </p:spPr>
      </p:pic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6167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Graphe</a:t>
            </a:r>
            <a:endParaRPr/>
          </a:p>
        </p:txBody>
      </p:sp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3810000" cy="2540000"/>
          </a:xfrm>
          <a:prstGeom prst="rect">
            <a:avLst/>
          </a:prstGeom>
        </p:spPr>
      </p:pic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434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Conseil </a:t>
            </a:r>
            <a:endParaRPr/>
          </a:p>
        </p:txBody>
      </p:sp>
      <p:sp>
        <p:nvSpPr>
          <p:cNvPr id="10742314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indent="0" marL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2026-01-25T10:26:33Z</dcterms:modified>
  <cp:revision>11</cp:revision>
</cp:coreProperties>
</file>