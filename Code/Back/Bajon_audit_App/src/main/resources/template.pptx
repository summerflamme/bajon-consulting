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8"/>
  </p:notesMasterIdLst>
  <p:sldIdLst>
    <p:sldId id="256" r:id="rId4"/>
    <p:sldId id="257" r:id="rId5"/>
    <p:sldId id="258" r:id="rId6"/>
    <p:sldId id="259" r:id="rId7"/>
  </p:sldIdLst>
  <p:sldSz cx="9144000" cy="6858000" type="screen4x3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 /><Relationship Id="rId10" Type="http://schemas.openxmlformats.org/officeDocument/2006/relationships/tableStyles" Target="tableStyles.xml" /><Relationship Id="rId1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85971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2634334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8219329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8561084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29693611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6058860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7506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71387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81664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AFDF30-F83E-6761-ADED-7EEC8E0259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16507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15704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29319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90229A-4D09-EE2F-2885-FB5853EF3F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8994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22753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2820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A7E60B-9510-0D16-96B6-35DC6458E7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6418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47862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63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AA833F-6C6E-BBCD-2B6A-3C7DB9BF3A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12615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32163474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40077280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2909877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533086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19414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240868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912432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219836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279478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495593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3419420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988113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2442864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6952073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61254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9326638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0003176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6479964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5996012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188380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0410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777809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2351327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8732262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04468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4001760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083329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427260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55354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0291862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44047045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921412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724103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07741553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934794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515898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62195879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4210898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1343617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4621797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40962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339712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15522477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94051729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6266375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0962479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668823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060917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2502382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62389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324059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388765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797774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2539486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7187477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063423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98811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287813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362842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713796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6559978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9232293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8814569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4"/>
            <a:ext cx="7772400" cy="1470024"/>
          </a:xfrm>
        </p:spPr>
        <p:txBody>
          <a:bodyPr/>
          <a:lstStyle/>
          <a:p>
            <a:pPr>
              <a:defRPr/>
            </a:pPr>
            <a:r>
              <a:rPr lang="fr-FR"/>
              <a:t>{{TITRE}}</a:t>
            </a:r>
            <a:endParaRPr/>
          </a:p>
        </p:txBody>
      </p:sp>
      <p:sp>
        <p:nvSpPr>
          <p:cNvPr id="25826269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fr-FR"/>
              <a:t>{{NOM_CLIENT}}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336819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Graphe</a:t>
            </a:r>
            <a:endParaRPr/>
          </a:p>
        </p:txBody>
      </p:sp>
      <p:sp>
        <p:nvSpPr>
          <p:cNvPr id="737580276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65000" lnSpcReduction="7000"/>
          </a:bodyPr>
          <a:lstStyle/>
          <a:p>
            <a:pPr marL="0" indent="0">
              <a:buFont typeface="Arial"/>
              <a:buNone/>
              <a:defRPr/>
            </a:pPr>
            <a:endParaRPr lang="fr-FR"/>
          </a:p>
          <a:p>
            <a:pPr marL="0" indent="0">
              <a:buFont typeface="Arial"/>
              <a:buNone/>
              <a:defRPr/>
            </a:pPr>
            <a:endParaRPr lang="fr-FR"/>
          </a:p>
          <a:p>
            <a:pPr marL="0" indent="0">
              <a:buFont typeface="Arial"/>
              <a:buNone/>
              <a:defRPr/>
            </a:pPr>
            <a:endParaRPr lang="fr-FR"/>
          </a:p>
          <a:p>
            <a:pPr marL="0" indent="0">
              <a:buFont typeface="Arial"/>
              <a:buNone/>
              <a:defRPr/>
            </a:pPr>
            <a:endParaRPr lang="fr-FR"/>
          </a:p>
          <a:p>
            <a:pPr marL="0" indent="0">
              <a:buFont typeface="Arial"/>
              <a:buNone/>
              <a:defRPr/>
            </a:pPr>
            <a:endParaRPr lang="fr-FR"/>
          </a:p>
          <a:p>
            <a:pPr marL="0" indent="0">
              <a:buFont typeface="Arial"/>
              <a:buNone/>
              <a:defRPr/>
            </a:pPr>
            <a:endParaRPr lang="fr-FR"/>
          </a:p>
          <a:p>
            <a:pPr marL="0" indent="0">
              <a:buFont typeface="Arial"/>
              <a:buNone/>
              <a:defRPr/>
            </a:pPr>
            <a:r>
              <a:rPr lang="fr-FR"/>
              <a:t>				{{IMAGE1}}</a:t>
            </a:r>
            <a:endParaRPr lang="fr-FR"/>
          </a:p>
          <a:p>
            <a:pPr marL="0" indent="0">
              <a:buFont typeface="Arial"/>
              <a:buNone/>
              <a:defRPr/>
            </a:pPr>
            <a:endParaRPr lang="fr-FR"/>
          </a:p>
          <a:p>
            <a:pPr marL="0" indent="0">
              <a:buFont typeface="Arial"/>
              <a:buNone/>
              <a:defRPr/>
            </a:pPr>
            <a:endParaRPr lang="fr-FR"/>
          </a:p>
          <a:p>
            <a:pPr marL="0" indent="0">
              <a:buFont typeface="Arial"/>
              <a:buNone/>
              <a:defRPr/>
            </a:pPr>
            <a:endParaRPr lang="fr-FR"/>
          </a:p>
          <a:p>
            <a:pPr marL="0" indent="0">
              <a:buFont typeface="Arial"/>
              <a:buNone/>
              <a:defRPr/>
            </a:pPr>
            <a:endParaRPr lang="fr-FR"/>
          </a:p>
          <a:p>
            <a:pPr marL="0" indent="0">
              <a:buFont typeface="Arial"/>
              <a:buNone/>
              <a:defRPr/>
            </a:pPr>
            <a:endParaRPr lang="fr-FR"/>
          </a:p>
          <a:p>
            <a:pPr marL="0" indent="0">
              <a:buFont typeface="Arial"/>
              <a:buNone/>
              <a:defRPr/>
            </a:pPr>
            <a:endParaRPr lang="fr-FR"/>
          </a:p>
          <a:p>
            <a:pPr marL="0" indent="0">
              <a:buFont typeface="Arial"/>
              <a:buNone/>
              <a:defRPr/>
            </a:pPr>
            <a:endParaRPr lang="fr-FR"/>
          </a:p>
          <a:p>
            <a:pPr marL="0" indent="0">
              <a:buFont typeface="Arial"/>
              <a:buNone/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147021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Graphe</a:t>
            </a:r>
            <a:endParaRPr/>
          </a:p>
        </p:txBody>
      </p:sp>
      <p:sp>
        <p:nvSpPr>
          <p:cNvPr id="409065770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fr-FR"/>
              <a:t>{{IMAGE2}}</a:t>
            </a:r>
            <a:endParaRPr lang="fr-FR"/>
          </a:p>
          <a:p>
            <a:pPr marL="0" indent="0">
              <a:buFont typeface="Arial"/>
              <a:buNone/>
              <a:defRPr/>
            </a:pPr>
            <a:endParaRPr lang="fr-FR"/>
          </a:p>
          <a:p>
            <a:pPr marL="0" indent="0">
              <a:buFont typeface="Arial"/>
              <a:buNone/>
              <a:defRPr/>
            </a:pPr>
            <a:endParaRPr lang="fr-FR"/>
          </a:p>
          <a:p>
            <a:pPr marL="0" indent="0">
              <a:buFont typeface="Arial"/>
              <a:buNone/>
              <a:defRPr/>
            </a:pPr>
            <a:endParaRPr lang="fr-FR"/>
          </a:p>
          <a:p>
            <a:pPr marL="0" indent="0">
              <a:buFont typeface="Arial"/>
              <a:buNone/>
              <a:defRPr/>
            </a:pPr>
            <a:r>
              <a:rPr lang="fr-FR" sz="3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{{IMAGE3}}</a:t>
            </a:r>
            <a:endParaRPr sz="3200"/>
          </a:p>
          <a:p>
            <a:pPr marL="0" indent="0">
              <a:buFont typeface="Arial"/>
              <a:buNone/>
              <a:defRPr/>
            </a:pPr>
            <a:endParaRPr lang="fr-FR"/>
          </a:p>
          <a:p>
            <a:pPr marL="0" indent="0">
              <a:buFont typeface="Arial"/>
              <a:buNone/>
              <a:defRPr/>
            </a:pPr>
            <a:endParaRPr lang="fr-FR"/>
          </a:p>
          <a:p>
            <a:pPr marL="0" indent="0">
              <a:buFont typeface="Arial"/>
              <a:buNone/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6301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Conseil </a:t>
            </a:r>
            <a:endParaRPr/>
          </a:p>
        </p:txBody>
      </p:sp>
      <p:sp>
        <p:nvSpPr>
          <p:cNvPr id="185358710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ONLYOFFICE/9.1.0.173</Application>
  <PresentationFormat>On-screen Show (4:3)</PresentationFormat>
  <Paragraphs>0</Paragraphs>
  <Slides>4</Slides>
  <Notes>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Theme 1</vt:lpstr>
      <vt:lpstr>Slide 1</vt:lpstr>
      <vt:lpstr>Slide 2</vt:lpstr>
      <vt:lpstr>Slide 3</vt:lpstr>
      <vt:lpstr>Slide 4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9</cp:revision>
  <dcterms:created xsi:type="dcterms:W3CDTF">2006-08-16T00:00:00Z</dcterms:created>
  <dcterms:modified xsi:type="dcterms:W3CDTF">2026-01-23T09:54:49Z</dcterms:modified>
</cp:coreProperties>
</file>