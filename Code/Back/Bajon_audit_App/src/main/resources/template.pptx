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9144000" cy="6858000" type="screen4x3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51491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7289104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95871138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326331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0115542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26472004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5781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8044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AFDF30-F83E-6761-ADED-7EEC8E0259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33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10454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71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90229A-4D09-EE2F-2885-FB5853EF3FE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743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324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030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7E60B-9510-0D16-96B6-35DC6458E7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5404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8084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8538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AA833F-6C6E-BBCD-2B6A-3C7DB9BF3A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41960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372613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002968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073335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05402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1485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8172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88959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9455978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08084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795159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44053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018855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056455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84893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666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986454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80260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995636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688624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06868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8110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775475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0857068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46755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800749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12991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0230642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521656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505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096490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8172082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677015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50296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47855934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960856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0494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15411448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206840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01083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36869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91893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902394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161006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577245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656387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911230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06154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352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86859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99466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60953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988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33897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0721574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87501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082344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9993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39526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3059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3507739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9371583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20974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3649721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4"/>
            <a:ext cx="7772400" cy="1470024"/>
          </a:xfrm>
        </p:spPr>
        <p:txBody>
          <a:bodyPr/>
          <a:lstStyle/>
          <a:p>
            <a:pPr>
              <a:defRPr/>
            </a:pPr>
            <a:r>
              <a:rPr lang="fr-FR"/>
              <a:t>{{TITRE}}</a:t>
            </a:r>
            <a:endParaRPr/>
          </a:p>
        </p:txBody>
      </p:sp>
      <p:sp>
        <p:nvSpPr>
          <p:cNvPr id="65849093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fr-FR"/>
              <a:t>{{</a:t>
            </a:r>
            <a:r>
              <a:rPr lang="fr-FR"/>
              <a:t>Nom Entreprise}}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6301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Graphe</a:t>
            </a:r>
            <a:endParaRPr/>
          </a:p>
        </p:txBody>
      </p:sp>
      <p:sp>
        <p:nvSpPr>
          <p:cNvPr id="958801189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fr-FR"/>
              <a:t>{{IMAGE1}}</a:t>
            </a: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r>
              <a:rPr lang="fr-FR"/>
              <a:t>{{IMAGE2}}</a:t>
            </a: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6167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Graphe</a:t>
            </a:r>
            <a:endParaRPr/>
          </a:p>
        </p:txBody>
      </p:sp>
      <p:sp>
        <p:nvSpPr>
          <p:cNvPr id="211633565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r>
              <a:rPr lang="fr-FR" sz="32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{{IMAGE3}}</a:t>
            </a:r>
            <a:endParaRPr sz="3200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  <a:p>
            <a:pPr marL="0" indent="0">
              <a:buFont typeface="Arial"/>
              <a:buNone/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434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Conseil </a:t>
            </a:r>
            <a:endParaRPr/>
          </a:p>
        </p:txBody>
      </p:sp>
      <p:sp>
        <p:nvSpPr>
          <p:cNvPr id="107423148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11</cp:revision>
  <dcterms:created xsi:type="dcterms:W3CDTF">2006-08-16T00:00:00Z</dcterms:created>
  <dcterms:modified xsi:type="dcterms:W3CDTF">2026-01-25T10:26:33Z</dcterms:modified>
</cp:coreProperties>
</file>